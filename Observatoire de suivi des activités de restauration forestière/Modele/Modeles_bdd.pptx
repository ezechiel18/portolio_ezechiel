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6" autoAdjust="0"/>
    <p:restoredTop sz="94660"/>
  </p:normalViewPr>
  <p:slideViewPr>
    <p:cSldViewPr snapToGrid="0">
      <p:cViewPr>
        <p:scale>
          <a:sx n="80" d="100"/>
          <a:sy n="80" d="100"/>
        </p:scale>
        <p:origin x="384" y="-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AF7F6B-EFB9-16BB-5992-65912B5DFF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E05CAE2-B372-3732-1849-09B733F1F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2C7153-9175-F719-9169-142D7859F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26D2A-A1BC-4716-8748-7E5AD01E9C92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3694294-B41E-7C2F-C82E-070930B5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45103B-F1E3-C76C-D4B0-6EB0446C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CCBAC-A4AD-414B-A32D-FF18332838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5399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B4F1A1-70EF-C225-2C87-8FE4E5A9E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0EE910-7894-F6F9-85FE-A80964443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AB0946-CA6A-CC8D-2522-B7C854B8D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26D2A-A1BC-4716-8748-7E5AD01E9C92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783E33-E544-E8A9-E5BF-01639193F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B57B0B-D54D-2808-34B7-DE7C18D3A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CCBAC-A4AD-414B-A32D-FF18332838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7054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CD2ADC-755B-9DDD-E489-84FBBF893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8F5B005-A1FC-4100-A4AC-C267D443B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08404B-AD54-DFAB-16D6-4B6A8D027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26D2A-A1BC-4716-8748-7E5AD01E9C92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83FEC4-CFE7-471D-CD9A-D2C1AC84D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29B554-057C-A6BE-18DF-699ED9BED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CCBAC-A4AD-414B-A32D-FF18332838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3536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CED574-255D-242E-CE97-C5ABB68A6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06BB29-583E-DE6A-4C96-B3A2B0BB18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08AC906-100F-64A7-BD84-423251926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DD80200-DCEC-0AD9-1022-3F227D446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26D2A-A1BC-4716-8748-7E5AD01E9C92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A63AFA8-4651-BA43-A363-78DA134FA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F58B770-A284-026B-62E3-27ABA3AFC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CCBAC-A4AD-414B-A32D-FF18332838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5064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5183A8-A18F-6B66-A261-D037E2CB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138C97-9CAD-130D-CECE-038A644C9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B981746-5371-BF3D-FCB3-7D2D06050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6E6EFFE-8121-0B72-8197-62A34C5C7A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BF25254-A7B3-D42B-D6D1-D726323630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E46953F-5E0B-5E92-78BD-54703E3AA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26D2A-A1BC-4716-8748-7E5AD01E9C92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FF92856-47A3-348E-909A-402A924D4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2B6BA66-2CFC-CE4A-DC72-7929C0349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CCBAC-A4AD-414B-A32D-FF18332838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4442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99906E-15AD-F5E4-A2CC-87BF0B93C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D6640DF-4167-902E-F248-3BFD867A3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26D2A-A1BC-4716-8748-7E5AD01E9C92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C735C93-8A13-462E-D772-319383B81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9C9D5C3-F310-1138-F5D1-2D949CC12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CCBAC-A4AD-414B-A32D-FF18332838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3216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17D4A7F-9383-685A-EB9A-1DB0E1BD9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26D2A-A1BC-4716-8748-7E5AD01E9C92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C60BFC1-A681-5861-3942-07E5358E3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276F9B-1F68-5039-C340-D5E3C25D7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CCBAC-A4AD-414B-A32D-FF18332838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7217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D7C947-910D-3C63-2ADE-0BB80E32D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9E6DAF-6179-6417-92C0-0BBD968D2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D91C61F-5F50-FCA4-5C40-D823C36BC7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72E1574-95E5-3A3C-5819-4F3345D82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26D2A-A1BC-4716-8748-7E5AD01E9C92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C4C4425-9875-2E97-3092-6E1B703D3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B1593B9-0806-253A-CFBC-D3521EF1C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CCBAC-A4AD-414B-A32D-FF18332838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8157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780F54-49A7-3F8C-01CE-8CBFADE5B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4C33F63-3B63-8FA5-62B3-0303BFC155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26B5FD7-1939-DEA5-82A3-CF2E6FE7ED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7631A0-36C5-F5C2-25D9-AD7CE9C33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26D2A-A1BC-4716-8748-7E5AD01E9C92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042688D-A010-ABCA-55A9-500DD64C9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B5F96A9-284D-34A1-2CCF-30A320C47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CCBAC-A4AD-414B-A32D-FF18332838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3689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082AAD-2A02-AE6D-A776-C2A08CEEE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F3E37AD-07DE-9822-1B1D-9AB6F2E71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CA47F2-CC8A-B141-10CD-056C33B77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26D2A-A1BC-4716-8748-7E5AD01E9C92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FB85A1-B12C-0ADA-CBBA-A7F5437B7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062261-B7FF-2E33-1E3C-2FA2EEE88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CCBAC-A4AD-414B-A32D-FF18332838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0317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3CEDF85-D3BE-9C47-3B2C-473660A1F8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12C7EFC-7FA7-AE99-42BB-EA0A67F74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EF939B-59BB-9902-94B3-5D434DB8F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26D2A-A1BC-4716-8748-7E5AD01E9C92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37690D-8647-1526-8479-B0F311C2D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E6E42F-D572-7A75-A4EB-2DD32A6FC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CCBAC-A4AD-414B-A32D-FF18332838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7794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C00202F-E8CE-B48A-62A2-A227CC2AF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7AA943-837D-0FDF-F048-B58A2F66A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D3A3F5D-D7E8-7ADD-0801-F8282E2DB6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926D2A-A1BC-4716-8748-7E5AD01E9C92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20942D-E5C0-335D-6F2A-2F321BABBB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69FF55-306B-67A3-3134-4719D4BF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ECCBAC-A4AD-414B-A32D-FF18332838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857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A679453F-C2B5-B065-BA18-D4FD96E8A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4528"/>
            <a:ext cx="12192000" cy="6388943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770914AB-ABA9-380D-63E6-91D6B3E0DF6F}"/>
              </a:ext>
            </a:extLst>
          </p:cNvPr>
          <p:cNvSpPr txBox="1"/>
          <p:nvPr/>
        </p:nvSpPr>
        <p:spPr>
          <a:xfrm>
            <a:off x="7700211" y="5751095"/>
            <a:ext cx="41629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         : Héritage : montre qu’il y a une super classe  ayant des sous classes.</a:t>
            </a:r>
          </a:p>
          <a:p>
            <a:r>
              <a:rPr lang="fr-FR" dirty="0"/>
              <a:t>         : converge vers la super classe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A4D5F321-43C3-137C-DDE5-ADA0B868E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6847" y="5836784"/>
            <a:ext cx="352474" cy="257211"/>
          </a:xfrm>
          <a:prstGeom prst="rect">
            <a:avLst/>
          </a:prstGeom>
        </p:spPr>
      </p:pic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BA922A38-BE98-E127-F426-0278BBA1D68A}"/>
              </a:ext>
            </a:extLst>
          </p:cNvPr>
          <p:cNvCxnSpPr/>
          <p:nvPr/>
        </p:nvCxnSpPr>
        <p:spPr>
          <a:xfrm>
            <a:off x="7772400" y="6521116"/>
            <a:ext cx="436921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7988129C-43BD-81AF-A9F3-0B5878D24DD2}"/>
              </a:ext>
            </a:extLst>
          </p:cNvPr>
          <p:cNvSpPr txBox="1"/>
          <p:nvPr/>
        </p:nvSpPr>
        <p:spPr>
          <a:xfrm>
            <a:off x="7856847" y="5416498"/>
            <a:ext cx="1166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Légende :</a:t>
            </a:r>
          </a:p>
        </p:txBody>
      </p:sp>
    </p:spTree>
    <p:extLst>
      <p:ext uri="{BB962C8B-B14F-4D97-AF65-F5344CB8AC3E}">
        <p14:creationId xmlns:p14="http://schemas.microsoft.com/office/powerpoint/2010/main" val="2992667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0186A-7967-46C9-B034-2CB0F143C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257568C-5AF1-4E97-CB1C-50D536A1C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4537" y="91782"/>
            <a:ext cx="12192000" cy="604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79267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25</Words>
  <Application>Microsoft Office PowerPoint</Application>
  <PresentationFormat>Grand écran</PresentationFormat>
  <Paragraphs>3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ezéchiel AMETOVENA</dc:creator>
  <cp:lastModifiedBy>ezéchiel AMETOVENA</cp:lastModifiedBy>
  <cp:revision>1</cp:revision>
  <dcterms:created xsi:type="dcterms:W3CDTF">2025-12-31T12:42:15Z</dcterms:created>
  <dcterms:modified xsi:type="dcterms:W3CDTF">2025-12-31T14:54:10Z</dcterms:modified>
</cp:coreProperties>
</file>